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Sales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Team: Crackers</a:t>
            </a:r>
          </a:p>
          <a:p>
            <a:r>
              <a:t>Leader: Aarthi.S</a:t>
            </a:r>
          </a:p>
          <a:p>
            <a:r>
              <a:t>ET Gen AI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sales work wastes time.</a:t>
            </a:r>
          </a:p>
          <a:p>
            <a:r>
              <a:t>Leads are lost due to no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automates outreach and tracking.</a:t>
            </a:r>
          </a:p>
          <a:p>
            <a:r>
              <a:t>Improves sales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 → AI Agents → OpenAI → Output.</a:t>
            </a:r>
          </a:p>
          <a:p>
            <a:r>
              <a:t>Automated pipeline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Prospecting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personalized emails.</a:t>
            </a:r>
          </a:p>
          <a:p>
            <a:r>
              <a:t>Saves manual effort.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inactive leads.</a:t>
            </a:r>
          </a:p>
          <a:p>
            <a:r>
              <a:t>Flags high-risk deals.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follow-up emails.</a:t>
            </a:r>
          </a:p>
          <a:p>
            <a:r>
              <a:t>Re-engages customers.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2.5x productivity increase.</a:t>
            </a:r>
          </a:p>
          <a:p>
            <a:r>
              <a:t>Higher conversion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real CRM tools.</a:t>
            </a:r>
          </a:p>
          <a:p>
            <a:r>
              <a:t>Add real-time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smart sales system.</a:t>
            </a:r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